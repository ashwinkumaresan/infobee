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ee-removebg-preview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788" y="61466"/>
            <a:ext cx="1480659" cy="1480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5271" y="1961388"/>
            <a:ext cx="2689529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3000" b="1" dirty="0">
                <a:solidFill>
                  <a:srgbClr val="242424"/>
                </a:solidFill>
                <a:latin typeface="Aptos Display"/>
              </a:rPr>
              <a:t>Introduction</a:t>
            </a:r>
            <a:endParaRPr sz="3000" b="1" dirty="0">
              <a:solidFill>
                <a:srgbClr val="242424"/>
              </a:solidFill>
              <a:latin typeface="Aptos Display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562431" y="2700159"/>
            <a:ext cx="3383280" cy="8229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F5F5F"/>
                </a:solidFill>
                <a:latin typeface="Aptos"/>
              </a:rPr>
              <a:t>TEAM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62430" y="3705999"/>
            <a:ext cx="3383279" cy="8229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F5F5F"/>
                </a:solidFill>
                <a:latin typeface="Aptos"/>
              </a:rPr>
              <a:t>PROJECT TITLE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62431" y="4876431"/>
            <a:ext cx="3383280" cy="8229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5F5F5F"/>
                </a:solidFill>
                <a:latin typeface="Aptos"/>
              </a:rPr>
              <a:t>TEAM MEMBERS — 1  |  2  |  3  |  </a:t>
            </a:r>
            <a:r>
              <a:rPr lang="en-IN" sz="1600" b="1" dirty="0">
                <a:solidFill>
                  <a:srgbClr val="5F5F5F"/>
                </a:solidFill>
                <a:latin typeface="Aptos"/>
              </a:rPr>
              <a:t>4</a:t>
            </a:r>
            <a:endParaRPr sz="1600" b="1" dirty="0">
              <a:solidFill>
                <a:srgbClr val="5F5F5F"/>
              </a:solidFill>
              <a:latin typeface="Apto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838B89-D4E8-4B32-E233-37AA81D5E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998" y="268193"/>
            <a:ext cx="6648696" cy="10672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ha-removebg-preview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10652760" cy="1078992"/>
          </a:xfrm>
          <a:prstGeom prst="rect">
            <a:avLst/>
          </a:prstGeom>
        </p:spPr>
      </p:pic>
      <p:pic>
        <p:nvPicPr>
          <p:cNvPr id="4" name="Picture 3" descr="bee-removebg-preview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82880"/>
            <a:ext cx="960120" cy="960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348740"/>
            <a:ext cx="12191695" cy="22860"/>
          </a:xfrm>
          <a:prstGeom prst="rect">
            <a:avLst/>
          </a:prstGeom>
          <a:solidFill>
            <a:srgbClr val="F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242424"/>
                </a:solidFill>
                <a:latin typeface="Aptos Display"/>
              </a:rPr>
              <a:t>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ha-removebg-preview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10652760" cy="1078992"/>
          </a:xfrm>
          <a:prstGeom prst="rect">
            <a:avLst/>
          </a:prstGeom>
        </p:spPr>
      </p:pic>
      <p:pic>
        <p:nvPicPr>
          <p:cNvPr id="4" name="Picture 3" descr="bee-removebg-preview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82880"/>
            <a:ext cx="960120" cy="960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348740"/>
            <a:ext cx="12191695" cy="22860"/>
          </a:xfrm>
          <a:prstGeom prst="rect">
            <a:avLst/>
          </a:prstGeom>
          <a:solidFill>
            <a:srgbClr val="F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242424"/>
                </a:solidFill>
                <a:latin typeface="Aptos Display"/>
              </a:rPr>
              <a:t>FLOW OUTLINE +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ha-removebg-preview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10652760" cy="1078992"/>
          </a:xfrm>
          <a:prstGeom prst="rect">
            <a:avLst/>
          </a:prstGeom>
        </p:spPr>
      </p:pic>
      <p:pic>
        <p:nvPicPr>
          <p:cNvPr id="4" name="Picture 3" descr="bee-removebg-preview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82880"/>
            <a:ext cx="960120" cy="960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348740"/>
            <a:ext cx="12191695" cy="22860"/>
          </a:xfrm>
          <a:prstGeom prst="rect">
            <a:avLst/>
          </a:prstGeom>
          <a:solidFill>
            <a:srgbClr val="F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242424"/>
                </a:solidFill>
                <a:latin typeface="Aptos Display"/>
              </a:rPr>
              <a:t>TECHNICAL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ha-removebg-preview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10652760" cy="1078992"/>
          </a:xfrm>
          <a:prstGeom prst="rect">
            <a:avLst/>
          </a:prstGeom>
        </p:spPr>
      </p:pic>
      <p:pic>
        <p:nvPicPr>
          <p:cNvPr id="4" name="Picture 3" descr="bee-removebg-preview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82880"/>
            <a:ext cx="960120" cy="960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348740"/>
            <a:ext cx="12191695" cy="22860"/>
          </a:xfrm>
          <a:prstGeom prst="rect">
            <a:avLst/>
          </a:prstGeom>
          <a:solidFill>
            <a:srgbClr val="F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242424"/>
                </a:solidFill>
                <a:latin typeface="Aptos Display"/>
              </a:rPr>
              <a:t>IMPACT &amp; OUTCOME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ha-removebg-preview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65" y="64008"/>
            <a:ext cx="9434223" cy="1078992"/>
          </a:xfrm>
          <a:prstGeom prst="rect">
            <a:avLst/>
          </a:prstGeom>
        </p:spPr>
      </p:pic>
      <p:pic>
        <p:nvPicPr>
          <p:cNvPr id="4" name="Picture 3" descr="bee-removebg-preview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82880"/>
            <a:ext cx="960120" cy="960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348740"/>
            <a:ext cx="12191695" cy="22860"/>
          </a:xfrm>
          <a:prstGeom prst="rect">
            <a:avLst/>
          </a:prstGeom>
          <a:solidFill>
            <a:srgbClr val="F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77155" y="2166342"/>
            <a:ext cx="5112688" cy="11079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600" b="1" dirty="0">
                <a:solidFill>
                  <a:srgbClr val="242424"/>
                </a:solidFill>
                <a:latin typeface="Aptos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</Words>
  <Application>Microsoft Office PowerPoint</Application>
  <PresentationFormat>Widescreen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Selva Barathi</cp:lastModifiedBy>
  <cp:revision>2</cp:revision>
  <dcterms:created xsi:type="dcterms:W3CDTF">2013-01-27T09:14:16Z</dcterms:created>
  <dcterms:modified xsi:type="dcterms:W3CDTF">2026-09-19T07:01:34Z</dcterms:modified>
  <cp:category/>
</cp:coreProperties>
</file>